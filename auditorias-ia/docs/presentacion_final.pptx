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4960" y="13716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🏭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246888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02124"/>
                </a:solidFill>
              </a:rPr>
              <a:t>Sistema Inteligente de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202124"/>
                </a:solidFill>
              </a:rPr>
              <a:t>Auditorías de Proceso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9319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</a:rPr>
              <a:t>Diplomado de Python y Análisis de Datos — Universidad Marista  |  Proyecto Final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73E8"/>
                </a:solidFill>
              </a:rPr>
              <a:t>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</a:rPr>
              <a:t>El problema real en piso de producción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Las auditorías de proceso (EPP, uso del vernier, instrucción de trabajo, matriz de polivalencia, 5S, calidad, tiempo de ciclo, producto no conforme) se capturan en papel u hojas sueltas.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No existe una vista integrada para detectar patrones de riesgo por línea, turno u operador.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No hay forma de anticipar auditorías con hallazgos críticos antes de que ocurran.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Los procedimientos vigentes (Instrucciones de Trabajo) no son consultables de forma natural desde piso.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73E8"/>
                </a:solidFill>
              </a:rPr>
              <a:t>USUARIO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</a:rPr>
              <a:t>¿Quién usa el sistema?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1F5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73E8"/>
                </a:solidFill>
              </a:rPr>
              <a:t>Auditor de calidad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</a:rPr>
              <a:t>Captura la cédula de auditoría en piso y consulta desviaciones históricas.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1F5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2103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73E8"/>
                </a:solidFill>
              </a:rPr>
              <a:t>Líder de línea / Supervisor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74320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</a:rPr>
              <a:t>Prioriza capacitación y acciones correctivas por operador o estación.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1F5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103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73E8"/>
                </a:solidFill>
              </a:rPr>
              <a:t>Gerente de planta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74320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</a:rPr>
              <a:t>Recibe resúmenes ejecutivos y tendencias para decisiones de mejora continua.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73E8"/>
                </a:solidFill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</a:rPr>
              <a:t>Arquitectura modular</a:t>
            </a:r>
            <a:endParaRPr lang="en-US" sz="3000" dirty="0"/>
          </a:p>
        </p:txBody>
      </p:sp>
      <p:pic>
        <p:nvPicPr>
          <p:cNvPr id="4" name="Image 0" descr="docs/assets/diagrama_arquit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554480"/>
            <a:ext cx="73152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73E8"/>
                </a:solidFill>
              </a:rPr>
              <a:t>DATOS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</a:rPr>
              <a:t>Datos: sintéticos, pero con señal real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1,415 auditorías de proceso generadas con semilla fija (100% reproducibles).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40 operadores con matriz de polivalencia y antigüedad simulada.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5,760 lecturas de señal dimensional de alta frecuencia (24 muestras/día, 2 líneas).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6 Instrucciones de Trabajo como base documental del asistente RAG.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Efectos de negocio inyectados a propósito: turno nocturno, fin de mes, operador fuera de su matriz de polivalencia, tendencia de mejora en el tiempo.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73E8"/>
                </a:solidFill>
              </a:rPr>
              <a:t>HALLAZGOS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</a:rPr>
              <a:t>Hallazgos con EDA y Estadística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El turno Nocturno tiene un score de cumplimiento significativamente MENOR al resto (prueba t de Welch, p &lt; 0.05).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Cubrir una línea fuera de la matriz de polivalencia se asocia con una caída marcada del cumplimiento (pregunta P4).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Existe correlación positiva débil entre la antigüedad del operador y su score de cumplimiento.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La tendencia general del cumplimiento diario va MEJORANDO en el periodo analizado.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73E8"/>
                </a:solidFill>
              </a:rPr>
              <a:t>MODELO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</a:rPr>
              <a:t>Modelos: Machine Learning y Deep Learning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Clasificación supervisada: ¿la auditoría tendrá un hallazgo crítico ('No OK sin acción')?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4 modelos comparados + ensemble Voting (RF + Gradient Boosting + Regresión Logística), con validación cruzada 5-fold.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Clustering (K-Means + PCA) segmenta operadores por patrón de desviación para dirigir capacitación.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Red neuronal MLP (Deep Learning) evaluada y comparada honestamente contra el modelo clásico.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73E8"/>
                </a:solidFill>
              </a:rPr>
              <a:t>IA GENERATIVA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</a:rPr>
              <a:t>Inteligencia artificial generativa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NLP clásico: clasifica la severidad de la auditoría a partir del comentario del auditor (TF-IDF).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Embeddings: búsqueda semántica de comentarios, comparada contra TF-IDF clásico.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RAG: asistente que responde sobre Instrucciones de Trabajo citando la fuente exacta.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Agente con Tool Calling: enruta la instrucción del usuario entre 6 herramientas, con una tarea multi-step de reporte ejecutivo.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73E8"/>
                </a:solidFill>
              </a:rPr>
              <a:t>SEÑALES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</a:rPr>
              <a:t>Series y señales: Fourier y Wavelets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FFT sobre la señal dimensional: se identifica un ciclo semanal (~7 días) ligado al ritmo de producción.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Descomposición Wavelet (DWT, db4): energía concentrada en la tendencia, con picos en el detalle fino.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Detección de anomalías por energía Wavelet: coincide con las ráfagas de desgaste de herramienta simuladas.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Denoising por umbralización suave para limpiar la señal antes de analizarla.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73E8"/>
                </a:solidFill>
              </a:rPr>
              <a:t>MÉTRICAS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</a:rPr>
              <a:t>Resultados medibles, no solo mencionados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Recall@3 del Retriever (RAG)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737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8038"/>
                </a:solidFill>
              </a:rPr>
              <a:t>1.0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MRR del Retriever (RAG)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514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8038"/>
                </a:solidFill>
              </a:rPr>
              <a:t>1.0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91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Tool Selection Accuracy (Agente)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3291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8038"/>
                </a:solidFill>
              </a:rPr>
              <a:t>100%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069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Accuracy clasificador NLP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4069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8038"/>
                </a:solidFill>
              </a:rPr>
              <a:t>≈0.73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846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Anomalías detectadas (Wavelets)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4846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8038"/>
                </a:solidFill>
              </a:rPr>
              <a:t>Validadas contra simulación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73E8"/>
                </a:solidFill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</a:rPr>
              <a:t>Conclusiones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El proyecto integra TODO el recorrido del diplomado sobre un problema real de manufactura, no como demostraciones aisladas.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Cada técnica está conectada al flujo general, justificada y medida — cumpliendo la regla de integración real del proyecto final.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La aplicación es funcional, reproducible y desplegable en la nube (Streamlit Community Cloud).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Trabajo futuro: base de datos remota, tool-use nativo del LLM, forecasting supervisado del score diario.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2026-09-27T21:49:08Z</dcterms:created>
  <dcterms:modified xsi:type="dcterms:W3CDTF">2026-09-27T21:49:08Z</dcterms:modified>
</cp:coreProperties>
</file>